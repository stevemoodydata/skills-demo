
<file path=[Content_Types].xml><?xml version="1.0" encoding="utf-8"?>
<Types xmlns="http://schemas.openxmlformats.org/package/2006/content-types">
  <Default Extension="jpg" ContentType="image/jpe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73" r:id="rId23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nn6JCRpEbm97tclDSNNXikgD8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3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 min total for slides 1-2.) Introduce yourself and role. Set expectations: this is part 1 of 2 - understanding the legacy system. Part 2 is using the blueprint to build.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parts, one demo in the middle. Tell them what they can steal: the skill-file pattern, the index, the documentation standard.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(~4 min for slides 3-4.) Land the scale. A .NET/Oracle system feeding market and energy data; the ETL logic lives in VB.NET services, not in documents.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 buried in procedural code, no specs, no tests. Manual review is months of reading, inconsistent notes, and knowledge that stays in people's heads. Keep this short - ad hoc AI is the more interesting failure story.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(~4 min for slides 5-8.) Honest story: we started like everyone does. Each dev pointed Copilot at a service or proc with their own prompt. Felt fast; early results looked promising.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 IN two real (sanitized) outputs for the same kind of procedure, side by side. These cards are illustrative. Light moment: everyone has seen vibe coding; this is vibe decoding. Highlight differences in structure, depth and terminology.</a:t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one rough number here if you have it: how long early attempts took, or how many different formats emerged.</a:t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bridge slide and the roadmap for the approach section. Each need maps to exactly one step. Reuse this graphic as the index during the demo.</a:t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(~5 min for slides 9-10.) The framing: AI reads, humans verify. The goal is a blueprint that can drive the build, not just notes. Tool is GitHub Copilot in VS Code.</a:t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Index: why dumping 600K lines in a prompt fails, so we mapped services, procs and dependencies. Skill file: what to look for - business rules, data flows, side effects, edge cases; ignore boilerplate. Standard doc: one template for every service and proc. Humans stay in the loop at review.</a:t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(~7 min.) Switch to VS Code. Say clearly: the demo service is a stand-in, not the real code. Follow the run sheet. Fallbacks: pre-generated outputs in the outputs folder and a recorded run.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(~3 min for slides 12-13.) Docs became the spec for the Databricks build. Copilot used the blueprint to generate new code. Metadata-driven ingestion fed directly from the findings.</a:t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REAL NUMBERS here if you have them (time to understand a service, review time, docs produced). Keep claims to what you can defend.</a:t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(~3 min for slides 14-15.) Use real examples from your migration here, not from the demo service. Be specific: one implicit rule it missed, one Oracle behavior it misread.</a:t>
            </a:r>
            <a:endParaRPr/>
          </a:p>
        </p:txBody>
      </p:sp>
      <p:sp>
        <p:nvSpPr>
          <p:cNvPr id="295" name="Google Shape;2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(~2 min for slides 16-17.) Three things to try, then the Part 2 teaser: using the blueprint to drive development with AI.</a:t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Questions. Offer the demo kit structure (skills, index, standard) as reusable patterns, not the real artifacts.</a:t>
            </a:r>
            <a:endParaRPr/>
          </a:p>
        </p:txBody>
      </p:sp>
      <p:sp>
        <p:nvSpPr>
          <p:cNvPr id="355" name="Google Shape;3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">
  <p:cSld name="HERO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about_photo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419825" y="272600"/>
            <a:ext cx="80841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lang="en-US"/>
              <a:t>From Legacy Code to Blueprint</a:t>
            </a:r>
            <a:endParaRPr sz="3300"/>
          </a:p>
        </p:txBody>
      </p:sp>
      <p:sp>
        <p:nvSpPr>
          <p:cNvPr id="25" name="Google Shape;25;p1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Using AI skills to reverse engineer a .NET / Oracle system before migrating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  |  Part 1 of a two-part migration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we'll cover</a:t>
            </a:r>
            <a:endParaRPr sz="3000"/>
          </a:p>
        </p:txBody>
      </p:sp>
      <p:sp>
        <p:nvSpPr>
          <p:cNvPr id="33" name="Google Shape;33;p2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legacy system nobody could explain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42032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24912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2724912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2724912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2724912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ad hoc prompts to skills, an index and a 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26864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809744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480974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4809744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payoff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809744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that became the build blueprint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711696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894576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689457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894576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lessons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894576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the AI was wrong and how we caught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Plus a live demo, and what you can reuse on your own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starting point</a:t>
            </a:r>
            <a:endParaRPr sz="3000"/>
          </a:p>
        </p:txBody>
      </p:sp>
      <p:sp>
        <p:nvSpPr>
          <p:cNvPr id="61" name="Google Shape;61;p3"/>
          <p:cNvSpPr txBox="1"/>
          <p:nvPr/>
        </p:nvSpPr>
        <p:spPr>
          <a:xfrm>
            <a:off x="457200" y="1143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.NET and Oracle system feeding energy data application and reporting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40050" y="2011675"/>
            <a:ext cx="21945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i="0" sz="6000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40055" y="3108950"/>
            <a:ext cx="2194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VB.NET services holding:</a:t>
            </a:r>
            <a:endParaRPr i="0" sz="160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ETL logic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Orchestration </a:t>
            </a:r>
            <a:r>
              <a:rPr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schedules &amp; intervals)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Authorization methods &amp; cert details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9185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347472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600K+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3474720" y="3200400"/>
            <a:ext cx="21945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Lines of undocumented code</a:t>
            </a:r>
            <a:r>
              <a:rPr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, some</a:t>
            </a:r>
            <a:r>
              <a:rPr b="0" i="0"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redundant, but all requiring review</a:t>
            </a:r>
            <a:endParaRPr b="0" i="0" sz="16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26475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630936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309360" y="3200400"/>
            <a:ext cx="219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stored procedures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business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You can't migrate what you don't understand</a:t>
            </a:r>
            <a:endParaRPr sz="3000"/>
          </a:p>
        </p:txBody>
      </p:sp>
      <p:sp>
        <p:nvSpPr>
          <p:cNvPr id="78" name="Google Shape;78;p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Rules buried in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hides in procedural VB.NET and PL/SQL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safety 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specs, no tests, little documentation, v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ry little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institutional knowledge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review doesn't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Months of reading, notes that differ person to person, knowledge stuck in heads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we started: ad hoc prompts</a:t>
            </a:r>
            <a:endParaRPr sz="3000"/>
          </a:p>
        </p:txBody>
      </p:sp>
      <p:sp>
        <p:nvSpPr>
          <p:cNvPr id="100" name="Google Shape;100;p5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 pointed Copilot at a service or procedure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goal: understand the system well enough to migrate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Felt fast, and early results looked promising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846320" y="13716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4846320" y="13716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92240" y="15544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46320" y="22860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484632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92240" y="24688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846320" y="32004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4846320" y="3200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C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92240" y="33832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040880" y="1737360"/>
            <a:ext cx="1645920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7040880" y="173736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legacy </a:t>
            </a: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"Vibe decoding" in practice</a:t>
            </a:r>
            <a:endParaRPr sz="3000"/>
          </a:p>
        </p:txBody>
      </p:sp>
      <p:sp>
        <p:nvSpPr>
          <p:cNvPr id="119" name="Google Shape;119;p6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685800" y="2057400"/>
            <a:ext cx="3673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scheduled data-ingestion service with two pipelines: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00"/>
              <a:buChar char="●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pipeline: HTTP API → JSON parsing → unit and time conversion → Oracle stored procedure.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Meter pipeline: CSV files → data parsing → Oracle stored procedure → file archive → stale-reading purge.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VB.NET code controls orchestration, transformation, and procedure calls. The Oracle packages control the actual database operations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892050" y="1931675"/>
            <a:ext cx="35661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Weather observations: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WeatherClient.vb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polls an HTTP API every 15 minutes for a list of stations (STN001 to STN003). It converts Fahrenheit to Celsius and mph to m/s, and converts UTC timestamps to Central time.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Meter readings: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MeterFileProcessor.vb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checks a network share every 60 minutes for CSV files, parses them into kWh readings, and moves each file to an archive folder.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Orchestration: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WeatherMeterService.vb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is the Windows service itself. It runs two timers, one per feed, and after each meter run it purges readings older than 30 days.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Database access: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DemoDb.vb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wraps the Oracle stored-procedure calls (insert observation, insert meter reading, purge).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Config: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App.config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holds the polling intervals, API URL and key, file share paths, and the Oracle connection string.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Same kind of procedure. Two different shapes of answer.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it broke down</a:t>
            </a:r>
            <a:endParaRPr sz="3000"/>
          </a:p>
        </p:txBody>
      </p:sp>
      <p:sp>
        <p:nvSpPr>
          <p:cNvPr id="133" name="Google Shape;133;p7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Inconsistent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structure, depth and terminology per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Everyone rediscovering the same prompt fixes and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combine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30936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 couldn't be compared, searched or fed downstream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trust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4008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shared definition of "done" or a good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347472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components analyzed again by different people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26465" y="3108911"/>
            <a:ext cx="2651700" cy="155460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6309370" y="324614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309370" y="3703340"/>
            <a:ext cx="2286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is high when everyone is reading all of the code all of the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 needed instead</a:t>
            </a:r>
            <a:endParaRPr sz="3000"/>
          </a:p>
        </p:txBody>
      </p:sp>
      <p:sp>
        <p:nvSpPr>
          <p:cNvPr id="158" name="Google Shape;158;p8"/>
          <p:cNvSpPr/>
          <p:nvPr/>
        </p:nvSpPr>
        <p:spPr>
          <a:xfrm>
            <a:off x="457200" y="137160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685800" y="13716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shared way of telling the AI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349240" y="169164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217920" y="137160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246888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685800" y="24688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navigable map so context isn't rebuilt every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349240" y="278892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6217920" y="2468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codebase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356616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685800" y="35661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documentation formats everyone writes 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349240" y="388620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217920" y="356616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6217920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standards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idea: make the code explain itself</a:t>
            </a:r>
            <a:endParaRPr sz="3000"/>
          </a:p>
        </p:txBody>
      </p:sp>
      <p:sp>
        <p:nvSpPr>
          <p:cNvPr id="180" name="Google Shape;180;p9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reads the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Fast, tireless, consistent when told exactly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93776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Humans verify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93776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claims against evidence, catch what the AI can't see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Goal: a blueprint that can drive the build, not just notes.  Tool: GitHub Copilot in VS Code.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workflow, end to end</a:t>
            </a:r>
            <a:endParaRPr sz="3000"/>
          </a:p>
        </p:txBody>
      </p:sp>
      <p:sp>
        <p:nvSpPr>
          <p:cNvPr id="194" name="Google Shape;194;p10"/>
          <p:cNvSpPr/>
          <p:nvPr/>
        </p:nvSpPr>
        <p:spPr>
          <a:xfrm>
            <a:off x="457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57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57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VB.NET and Oracle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6733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8288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8288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18288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Services, procs, dependencies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600k lines of code to 3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inde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0449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2004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32004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32004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to look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4165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45720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45720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in VS Code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prompts all eng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ineers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7881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9436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59436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9436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checked vs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verify and fill in “unknowns”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1597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315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7315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315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template for all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format, same info, easy to read, set up for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Humans stay in the loop at the review checkpoint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Live demo</a:t>
            </a:r>
            <a:endParaRPr sz="3000"/>
          </a:p>
        </p:txBody>
      </p:sp>
      <p:sp>
        <p:nvSpPr>
          <p:cNvPr id="225" name="Google Shape;225;p1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45720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Dummy VB.NET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10312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210312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210312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210312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flow-index.md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74904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374904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374904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374904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Generate the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539496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539496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Architecture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 check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04088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Verify one citation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fictional service stands in for the real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From documentation to blueprint</a:t>
            </a:r>
            <a:endParaRPr sz="3000"/>
          </a:p>
        </p:txBody>
      </p:sp>
      <p:sp>
        <p:nvSpPr>
          <p:cNvPr id="252" name="Google Shape;252;p12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Docs became the spec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68580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document is the input for the Databricks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03580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Copilot built from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352044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blueprint guided generation of the new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87044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Metadata drives ingestion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635508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fed metadata-driven ingestion directly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it bought us</a:t>
            </a:r>
            <a:endParaRPr sz="3000"/>
          </a:p>
        </p:txBody>
      </p:sp>
      <p:sp>
        <p:nvSpPr>
          <p:cNvPr id="276" name="Google Shape;276;p13"/>
          <p:cNvSpPr/>
          <p:nvPr/>
        </p:nvSpPr>
        <p:spPr>
          <a:xfrm>
            <a:off x="45720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68580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Faster understanding</a:t>
            </a:r>
            <a:endParaRPr b="1" sz="185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68580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Of the system, service by service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29184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352044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Reviewable inputs</a:t>
            </a:r>
            <a:endParaRPr b="1" sz="200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352044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Consistent docs people could actually check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12648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635508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 repeatable method</a:t>
            </a:r>
            <a:endParaRPr b="1" sz="185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635508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Ready for the next migration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How we'd do it better next time</a:t>
            </a:r>
            <a:endParaRPr sz="3000"/>
          </a:p>
        </p:txBody>
      </p:sp>
      <p:sp>
        <p:nvSpPr>
          <p:cNvPr id="298" name="Google Shape;298;p14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68580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Sharper skills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68580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Focused skills per service type, so prompts get shorter and output stays consistent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352044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 agent, not prompts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352044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agent runs the skills across the index, so nobody hand-prompts each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635508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Evidence and checks built 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635508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cited claim for every statement, a reviewer agent and automated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Three things to try on your migration</a:t>
            </a:r>
            <a:endParaRPr sz="3000"/>
          </a:p>
        </p:txBody>
      </p:sp>
      <p:sp>
        <p:nvSpPr>
          <p:cNvPr id="336" name="Google Shape;336;p16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188720" y="13716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Index before you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18872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AI a map, not a haystack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the skill, not the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1188720" y="27614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what to look for once, reuse it everywhere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standard, humans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88720" y="37673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template, every claim backed by 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fmla="val 2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5989320" y="1600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 txBox="1"/>
          <p:nvPr/>
        </p:nvSpPr>
        <p:spPr>
          <a:xfrm>
            <a:off x="5989320" y="20116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blueprint to drive development with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Questions?</a:t>
            </a:r>
            <a:endParaRPr sz="4400"/>
          </a:p>
        </p:txBody>
      </p:sp>
      <p:sp>
        <p:nvSpPr>
          <p:cNvPr id="358" name="Google Shape;358;p17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About me</a:t>
            </a:r>
            <a:endParaRPr sz="3000"/>
          </a:p>
        </p:txBody>
      </p:sp>
      <p:pic>
        <p:nvPicPr>
          <p:cNvPr id="99" name="Photo of Steve Moody" descr="Headshot of Steve Mood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371600"/>
            <a:ext cx="1828800" cy="1828800"/>
          </a:xfrm>
          <a:prstGeom prst="ellipse">
            <a:avLst/>
          </a:prstGeom>
          <a:ln>
            <a:noFill/>
          </a:ln>
        </p:spPr>
      </p:pic>
      <p:sp>
        <p:nvSpPr>
          <p:cNvPr id="101" name="Name"/>
          <p:cNvSpPr txBox="1"/>
          <p:nvPr/>
        </p:nvSpPr>
        <p:spPr>
          <a:xfrm>
            <a:off x="457200" y="3337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Steve Moody</a:t>
            </a:r>
          </a:p>
        </p:txBody>
      </p:sp>
      <p:sp>
        <p:nvSpPr>
          <p:cNvPr id="102" name="Role"/>
          <p:cNvSpPr txBox="1"/>
          <p:nvPr/>
        </p:nvSpPr>
        <p:spPr>
          <a:xfrm>
            <a:off x="45720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Data Engineering Consultant, Concentrix</a:t>
            </a:r>
          </a:p>
        </p:txBody>
      </p:sp>
      <p:sp>
        <p:nvSpPr>
          <p:cNvPr id="103" name="Stat card 1"/>
          <p:cNvSpPr/>
          <p:nvPr/>
        </p:nvSpPr>
        <p:spPr>
          <a:xfrm>
            <a:off x="320040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endParaRPr/>
          </a:p>
        </p:txBody>
      </p:sp>
      <p:sp>
        <p:nvSpPr>
          <p:cNvPr id="104" name="Stat number 1"/>
          <p:cNvSpPr txBox="1"/>
          <p:nvPr/>
        </p:nvSpPr>
        <p:spPr>
          <a:xfrm>
            <a:off x="338328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25+</a:t>
            </a:r>
          </a:p>
        </p:txBody>
      </p:sp>
      <p:sp>
        <p:nvSpPr>
          <p:cNvPr id="105" name="Stat label 1"/>
          <p:cNvSpPr txBox="1"/>
          <p:nvPr/>
        </p:nvSpPr>
        <p:spPr>
          <a:xfrm>
            <a:off x="338328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of SQL</a:t>
            </a:r>
          </a:p>
        </p:txBody>
      </p:sp>
      <p:sp>
        <p:nvSpPr>
          <p:cNvPr id="106" name="Stat card 2"/>
          <p:cNvSpPr/>
          <p:nvPr/>
        </p:nvSpPr>
        <p:spPr>
          <a:xfrm>
            <a:off x="507492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endParaRPr/>
          </a:p>
        </p:txBody>
      </p:sp>
      <p:sp>
        <p:nvSpPr>
          <p:cNvPr id="107" name="Stat number 2"/>
          <p:cNvSpPr txBox="1"/>
          <p:nvPr/>
        </p:nvSpPr>
        <p:spPr>
          <a:xfrm>
            <a:off x="525780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</a:p>
        </p:txBody>
      </p:sp>
      <p:sp>
        <p:nvSpPr>
          <p:cNvPr id="108" name="Stat label 2"/>
          <p:cNvSpPr txBox="1"/>
          <p:nvPr/>
        </p:nvSpPr>
        <p:spPr>
          <a:xfrm>
            <a:off x="525780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in data engineering</a:t>
            </a:r>
          </a:p>
        </p:txBody>
      </p:sp>
      <p:sp>
        <p:nvSpPr>
          <p:cNvPr id="109" name="Stat card 3"/>
          <p:cNvSpPr/>
          <p:nvPr/>
        </p:nvSpPr>
        <p:spPr>
          <a:xfrm>
            <a:off x="694944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endParaRPr/>
          </a:p>
        </p:txBody>
      </p:sp>
      <p:sp>
        <p:nvSpPr>
          <p:cNvPr id="110" name="Stat number 3"/>
          <p:cNvSpPr txBox="1"/>
          <p:nvPr/>
        </p:nvSpPr>
        <p:spPr>
          <a:xfrm>
            <a:off x="713232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</a:p>
        </p:txBody>
      </p:sp>
      <p:sp>
        <p:nvSpPr>
          <p:cNvPr id="111" name="Stat label 3"/>
          <p:cNvSpPr txBox="1"/>
          <p:nvPr/>
        </p:nvSpPr>
        <p:spPr>
          <a:xfrm>
            <a:off x="713232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as a consultant</a:t>
            </a:r>
          </a:p>
        </p:txBody>
      </p:sp>
      <p:sp>
        <p:nvSpPr>
          <p:cNvPr id="112" name="Focus card"/>
          <p:cNvSpPr/>
          <p:nvPr/>
        </p:nvSpPr>
        <p:spPr>
          <a:xfrm>
            <a:off x="3200400" y="2880360"/>
            <a:ext cx="5486400" cy="16002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endParaRPr/>
          </a:p>
        </p:txBody>
      </p:sp>
      <p:sp>
        <p:nvSpPr>
          <p:cNvPr id="113" name="Focus heading"/>
          <p:cNvSpPr txBox="1"/>
          <p:nvPr/>
        </p:nvSpPr>
        <p:spPr>
          <a:xfrm>
            <a:off x="3383280" y="3017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Currently working on</a:t>
            </a:r>
          </a:p>
        </p:txBody>
      </p:sp>
      <p:sp>
        <p:nvSpPr>
          <p:cNvPr id="114" name="Focus body"/>
          <p:cNvSpPr txBox="1"/>
          <p:nvPr/>
        </p:nvSpPr>
        <p:spPr>
          <a:xfrm>
            <a:off x="3383280" y="3474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Renewable energy market data platform: 14 sources, 40+ data flows</a:t>
            </a:r>
          </a:p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Databricks, Unity Catalog, Spark and dbt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 work across energy, healthcare and financial services</a:t>
            </a:r>
          </a:p>
        </p:txBody>
      </p:sp>
      <p:sp>
        <p:nvSpPr>
          <p:cNvPr id="54" name="Google Shape;54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2026-10-13T18:03:45Z</dcterms:created>
  <dc:creator>Steve Moody</dc:creator>
</cp:coreProperties>
</file>